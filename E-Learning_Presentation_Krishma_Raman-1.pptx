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16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2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1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76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1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1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1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1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08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8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55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6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E-Learning: A Modern Approach to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Krishma and Raman</a:t>
            </a:r>
          </a:p>
          <a:p>
            <a:r>
              <a:t>Chandigarh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E-Learning is the use of electronic technologies to access educational curriculum outside a traditional classroom.</a:t>
            </a:r>
          </a:p>
          <a:p>
            <a:r>
              <a:t>It enables learning anytime, anywhere using digital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Started from correspondence courses to multimedia CDs, and now web-based learning.</a:t>
            </a:r>
          </a:p>
          <a:p>
            <a:r>
              <a:t>Technological advances and the internet have revolutionized learning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Synchronous Learning – Real-time interaction with instructors.</a:t>
            </a:r>
          </a:p>
          <a:p>
            <a:r>
              <a:t>Asynchronous Learning – Self-paced learning through recorded materials.</a:t>
            </a:r>
          </a:p>
          <a:p>
            <a:r>
              <a:t>Blended Learning – Combination of online and traditional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Learning Management Systems (LMS) like Moodle, Google Classroom.</a:t>
            </a:r>
          </a:p>
          <a:p>
            <a:r>
              <a:t>Interactive multimedia content (videos, quizzes, animations).</a:t>
            </a:r>
          </a:p>
          <a:p>
            <a:r>
              <a:t>Internet connectivity and digital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Flexible and convenient access to education.</a:t>
            </a:r>
          </a:p>
          <a:p>
            <a:r>
              <a:t>Cost-effective and scalable learning model.</a:t>
            </a:r>
          </a:p>
          <a:p>
            <a:r>
              <a:t>Personalized and self-paced learning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Lack of face-to-face interaction.</a:t>
            </a:r>
          </a:p>
          <a:p>
            <a:r>
              <a:t>Technical issues and internet dependency.</a:t>
            </a:r>
          </a:p>
          <a:p>
            <a:r>
              <a:t>Low learner motivation and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E-Learning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Coursera – University-level courses online.</a:t>
            </a:r>
          </a:p>
          <a:p>
            <a:r>
              <a:t>Udemy – Skill-based learning platform.</a:t>
            </a:r>
          </a:p>
          <a:p>
            <a:r>
              <a:t>edX – Open online courses from top universities.</a:t>
            </a:r>
          </a:p>
          <a:p>
            <a:r>
              <a:t>Google Classroom – Classroom management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Artificial Intelligence for personalized learning.</a:t>
            </a:r>
          </a:p>
          <a:p>
            <a:r>
              <a:t>Virtual Reality (VR) and Augmented Reality (AR) experiences.</a:t>
            </a:r>
          </a:p>
          <a:p>
            <a:r>
              <a:t>Gamification to enhance engagement.</a:t>
            </a:r>
          </a:p>
          <a:p>
            <a:r>
              <a:t>Data analytics for learning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E-Learning is transforming the education landscape globally.</a:t>
            </a:r>
          </a:p>
          <a:p>
            <a:r>
              <a:t>It promotes continuous, lifelong, and flexible learning.</a:t>
            </a:r>
          </a:p>
          <a:p>
            <a:r>
              <a:t>With technology, learning has no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262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E-Learning: A Modern Approach to Education</vt:lpstr>
      <vt:lpstr>Introduction</vt:lpstr>
      <vt:lpstr>Evolution of E-Learning</vt:lpstr>
      <vt:lpstr>Types of E-Learning</vt:lpstr>
      <vt:lpstr>Key Components of E-Learning</vt:lpstr>
      <vt:lpstr>Advantages of E-Learning</vt:lpstr>
      <vt:lpstr>Challenges in E-Learning</vt:lpstr>
      <vt:lpstr>Popular E-Learning Platforms</vt:lpstr>
      <vt:lpstr>Future of E-Learning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akshitjaiswal218@gmail.com</cp:lastModifiedBy>
  <cp:revision>2</cp:revision>
  <dcterms:created xsi:type="dcterms:W3CDTF">2013-01-27T09:14:16Z</dcterms:created>
  <dcterms:modified xsi:type="dcterms:W3CDTF">2025-11-02T14:55:04Z</dcterms:modified>
  <cp:category/>
</cp:coreProperties>
</file>